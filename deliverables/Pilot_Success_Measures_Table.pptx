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map to the four intended outcomes: Effectiveness = outcome 1 (understanding), Quality = outcome 3 (ruler validated), Adoption = outcome 2 (gaps identified and translated into development actions), Scalability = outcome 4 (repeatable approach). Percentage targets set at 80% to match the Pod's MVS Roll-out Plan. Pilot group is about 21 users, so 80% is roughly 17 participants. The 66% baseline comes from the Gentari-wide talent survey (115 respondents).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112745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514600"/>
                <a:gridCol w="2240280"/>
                <a:gridCol w="2331720"/>
                <a:gridCol w="1600200"/>
                <a:gridCol w="126187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 / Measure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Source(s)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Collection Timing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F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Effectiveness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participating employees and managers who report a clear understanding of capability expectations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Pre-pilot pulse of participant and manager understanding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least </a:t>
                      </a:r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of participants and managers report clear understanding vs. 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 survey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Participant and manager feedback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assessment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pilot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Customised Gentari Electrical Competency Ruler validated for the Electrical discipline (% favourable rating: clear, relevant, fit for purpose)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Gentari-specific validated Electrical Competency Ruler in 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Ruler validated by technical specialists and PETRONAS custodian; at least </a:t>
                      </a:r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favourable response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 workshop feedback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 and custodian sign-off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ruler 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pilot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assessed participants whose priority capability gaps are identified and translated into agreed development actions in their IDP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common framework linking capability assessment to development actions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66% of surveyed staff have no active IDP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least </a:t>
                      </a:r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of assessed participants have agreed development actions in their IDP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 assessment results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Individual Development Plans (IDPs)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assessment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pilot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Repeatable capability-ruler approach documented for extension to other technical disciplines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repeatable capability-ruler approach in place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 documented (ruler, assessment, development linkage) with extension recommendation in the pilot report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report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Lessons learned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pilot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Pilot Success Measures</dc:title>
  <dc:subject>PptxGenJS Presentation</dc:subject>
  <dc:creator>PptxGenJS</dc:creator>
  <cp:lastModifiedBy>PptxGenJS</cp:lastModifiedBy>
  <cp:revision>1</cp:revision>
  <dcterms:created xsi:type="dcterms:W3CDTF">2026-10-15T03:13:33Z</dcterms:created>
  <dcterms:modified xsi:type="dcterms:W3CDTF">2026-10-15T03:13:33Z</dcterms:modified>
</cp:coreProperties>
</file>