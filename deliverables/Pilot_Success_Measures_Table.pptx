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set at 80% to match the Pod's MVS Roll-out Plan effectiveness measures. Pilot group is about 21 users, so 80% is roughly 17 participants. The 66% baseline comes from the Gentari-wide talent survey (115 respondents).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11274552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514600"/>
                <a:gridCol w="2240280"/>
                <a:gridCol w="2331720"/>
                <a:gridCol w="1600200"/>
                <a:gridCol w="126187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/ Measure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Source(s)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Collection Timing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F2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Effectiveness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participants who report better understanding of capability expectations and development pathways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Pre-pilot pulse and structured assessment of participant understanding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least 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of participants report increased understanding vs. baseline, each with at least 1 development pathway identified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 survey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Structured participant feedback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 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pilot review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participants and managers who rate the customised Electrical Competency Ruler as clear, relevant and fit for purpose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Gentari-specific validated Electrical Competency Ruler currently in use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least 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favourable response from pilot participants, managers and reviewers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Validation workshop feedback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 survey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ruler validation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pilot review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assessed participants with agreed development actions, reviewed and actioned through their Individual Development Plan (IDP)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common framework linking capability assessment to development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 of surveyed staff have no active IDP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least 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of assessed participants have agreed development actions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 assessment results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Individual Development Plans (IDPs)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l" marL="152400" indent="-152400">
                        <a:spcAft>
                          <a:spcPts val="300"/>
                        </a:spcAft>
                        <a:buSzPct val="100000"/>
                        <a:buChar char="•"/>
                      </a:pPr>
                      <a:r>
                        <a:rPr lang="en-US" sz="110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pilot review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Pilot Success Measures</dc:title>
  <dc:subject>PptxGenJS Presentation</dc:subject>
  <dc:creator>PptxGenJS</dc:creator>
  <cp:lastModifiedBy>PptxGenJS</cp:lastModifiedBy>
  <cp:revision>1</cp:revision>
  <dcterms:created xsi:type="dcterms:W3CDTF">2026-10-15T03:09:38Z</dcterms:created>
  <dcterms:modified xsi:type="dcterms:W3CDTF">2026-10-15T03:09:38Z</dcterms:modified>
</cp:coreProperties>
</file>